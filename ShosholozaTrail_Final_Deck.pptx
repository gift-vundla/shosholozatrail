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5212080"/>
            <a:ext cx="1069848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59536" y="515721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5321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PRETORIA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68496" y="515721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5321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MATJIESFONTEIN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86016" y="515721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5321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KIMBERLEY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0736" y="515721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0" y="5321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TOWN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SHOSHOLOZATRAIL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delay time into discovery time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dynamic, offline-first journey mapper for the Pretoria–Cape Town rail corridor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GEEKULCHA ANNUAL HACKATHON 2026  ·  TRAIN JOURNEY MAPPER CHALLENGE  ·  TEAM 4GEEKSSAKES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has become the punishment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1097280" y="1755648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27–36 hrs, and delay is normal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Johannesburg–Cape Town Shosholoza Meyl service runs 27–36 hours per trip. Multi-hour delays are routinely treated as expected, not exceptional.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097280" y="2596896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is already failing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7121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October 2024, three of PRASA's four long-distance routes were suspended indefinitely due to ageing locomotives — this is not a hypothetical risk.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1097280" y="343814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passenger harm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71246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GroundUp journalist Sandiso Phaliso documented a 26-hour journey with ~20 stops. Passengers Siphesihle Manzini and Zubenathu Ngondi were stranded 8 hours at Laing's Nek at 1am, with no power.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97280" y="427939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can't be assumed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5537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Karoo mobile coverage is measurably weaker than in SA cities — government's own SA Connect Phase 2 still targets 5.5M rural households for basic coverage by 2026.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75504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75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1097280" y="512064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passes unseen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Matjiesfontein — a declared National Heritage Site with a Transport Museum and Marie Rawdon Museum — passes by unremarked, though residents like Hendrik Lottering want it seen.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6035040"/>
            <a:ext cx="11247120" cy="566928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6108192"/>
            <a:ext cx="10789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 becomes punishment, not transport. </a:t>
            </a:r>
            <a:pPr indent="0" marL="0">
              <a:buNone/>
            </a:pPr>
            <a:r>
              <a:rPr lang="en-US" sz="12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remember the suffering, not the destination — entertainment is not a luxury, it's a retention strategy.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ShosholozaTrail  ·  #GKHack26  ·  Train Journey Mapper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TARGET MARKET &amp; SIZING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existing market — not a hypothetical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below is drawn from Stats SA, the Department of Tourism, or PRASA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2743200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overnight trips, R133.1bn spend (2024/25)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4480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TOURISM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606040" cy="2743200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66160" y="33832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tourist arrivals in 2025 (+17.7% YoY)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20440" y="4480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SA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2148840"/>
            <a:ext cx="2606040" cy="2743200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~4M/yr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00800" y="33832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Shosholoza Meyl passengers, network-wide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4480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52560" y="2148840"/>
            <a:ext cx="2606040" cy="2743200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R32bn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35440" y="33832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 generated by street vending — the Local Commerce layer's adjacent market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89720" y="4480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SA / SCIELO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5257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already-measured market on both sides of the platform — travellers and local vendors alike.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ShosholozaTrail  ·  #GKHack26  ·  Train Journey Mapper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itself becomes the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60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856232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350008"/>
            <a:ext cx="2322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route map, mode selection, offline content — React Native + install-free PWA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01568" y="1691640"/>
            <a:ext cx="2651760" cy="160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856232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2350008"/>
            <a:ext cx="2322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POI &amp; experience management — no dev support needed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54496" y="1691640"/>
            <a:ext cx="2651760" cy="160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856232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Experience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19088" y="2350008"/>
            <a:ext cx="2322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logic triggers content by location, delay &amp; weather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07424" y="1691640"/>
            <a:ext cx="2651760" cy="160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9272016" y="1856232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Data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72016" y="2350008"/>
            <a:ext cx="2322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timetable, weather, POI &amp; cultural content feeding the engine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EXPERIENCE MODES — SAME TRAIN, PERSONALISED CONTENT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41648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41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36" dirty="0"/>
          </a:p>
        </p:txBody>
      </p:sp>
      <p:sp>
        <p:nvSpPr>
          <p:cNvPr id="19" name="Text 17"/>
          <p:cNvSpPr/>
          <p:nvPr/>
        </p:nvSpPr>
        <p:spPr>
          <a:xfrm>
            <a:off x="1005840" y="39959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2793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stories, quizzes &amp; location challenges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4041648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4041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36" dirty="0"/>
          </a:p>
        </p:txBody>
      </p:sp>
      <p:sp>
        <p:nvSpPr>
          <p:cNvPr id="23" name="Text 21"/>
          <p:cNvSpPr/>
          <p:nvPr/>
        </p:nvSpPr>
        <p:spPr>
          <a:xfrm>
            <a:off x="4846320" y="39959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42793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connect with fellow passengers en route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4041648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041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36" dirty="0"/>
          </a:p>
        </p:txBody>
      </p:sp>
      <p:sp>
        <p:nvSpPr>
          <p:cNvPr id="27" name="Text 25"/>
          <p:cNvSpPr/>
          <p:nvPr/>
        </p:nvSpPr>
        <p:spPr>
          <a:xfrm>
            <a:off x="8686800" y="39959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0" y="42793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location-linked photos &amp; travel moments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4406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by design: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cached before departure and stays accessible with zero signal, syncing automatically once connectivity returns — working exactly when passengers have the most unplanned time to fill.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ShosholozaTrail  ·  #GKHack26  ·  Train Journey Mapper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TECHNOLOGY READINESS LEVEL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 3 — proof of concept, validated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an idea on a slide: three critical functions are already built and validated against simulated route 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170432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4144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41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12" dirty="0"/>
          </a:p>
        </p:txBody>
      </p:sp>
      <p:sp>
        <p:nvSpPr>
          <p:cNvPr id="8" name="Text 6"/>
          <p:cNvSpPr/>
          <p:nvPr/>
        </p:nvSpPr>
        <p:spPr>
          <a:xfrm>
            <a:off x="1600200" y="2276856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GPS-triggered location matching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6060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Mapbox SDK using real waypoints along the Pretoria–Cape Town corridor, including Matjiesfontein and Kimberley — confirmed to fire content triggers at the correct simulated position.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1064240" cy="1170432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76732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673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12" dirty="0"/>
          </a:p>
        </p:txBody>
      </p:sp>
      <p:sp>
        <p:nvSpPr>
          <p:cNvPr id="13" name="Text 11"/>
          <p:cNvSpPr/>
          <p:nvPr/>
        </p:nvSpPr>
        <p:spPr>
          <a:xfrm>
            <a:off x="1600200" y="3602736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caching &amp; sync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9319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Workers + IndexedDB (web) and local SQLite (mobile) validated to serve cached journey content with zero connectivity, then sync automatically once signal returns.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11064240" cy="1170432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09320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93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12" dirty="0"/>
          </a:p>
        </p:txBody>
      </p:sp>
      <p:sp>
        <p:nvSpPr>
          <p:cNvPr id="18" name="Text 16"/>
          <p:cNvSpPr/>
          <p:nvPr/>
        </p:nvSpPr>
        <p:spPr>
          <a:xfrm>
            <a:off x="1600200" y="4928616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Dynamic Experience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525780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logic validated to combine location, delay, and weather signals into a single content-trigger decision — with a defined path to scikit-learn-based ML personalisation post-pilot.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at hackathon stage via simulated GPS journeys, as defined in our own Success Metrics readiness gate — full field validation follows in the pilot.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ShosholozaTrail  ·  #GKHack26  ·  Train Journey Mapper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TECHNOLOGICAL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layers, built on proven, mainstream technology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481328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6537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Passenger-Facing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9808" y="2212848"/>
            <a:ext cx="3246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(iOS/Android) · Progressive Web App (browser, no install)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611880" cy="1481328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44568" y="186537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Operator-Facing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44568" y="2212848"/>
            <a:ext cx="3246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Operator Dashboard — route, POI &amp; experience management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611880" cy="1481328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9328" y="186537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339328" y="2212848"/>
            <a:ext cx="3246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REST API · Rule-based Dynamic Experience Engine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401568"/>
            <a:ext cx="3611880" cy="1481328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2958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" y="3877056"/>
            <a:ext cx="3246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Supabase (Pro) — auth, storage, managed hosting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3401568"/>
            <a:ext cx="3611880" cy="1481328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44568" y="352958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Mapping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44568" y="3877056"/>
            <a:ext cx="3246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GPS · Mapbox SDK — route maps, offline tiles, POI rendering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38160" y="3401568"/>
            <a:ext cx="3611880" cy="1481328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39328" y="352958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Sync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39328" y="3877056"/>
            <a:ext cx="3246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Workers/IndexedDB (web) · SQLite (mobile) · background sync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5065776"/>
            <a:ext cx="3611880" cy="1481328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" y="51937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" y="5541264"/>
            <a:ext cx="3246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 · operator timetable/delay feed with GPS fallback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43400" y="5065776"/>
            <a:ext cx="3611880" cy="1481328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44568" y="51937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Media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44568" y="5541264"/>
            <a:ext cx="3246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· Supabase Storage for audio/image/video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38160" y="5065776"/>
            <a:ext cx="3611880" cy="1481328"/>
          </a:xfrm>
          <a:prstGeom prst="rect">
            <a:avLst/>
          </a:prstGeom>
          <a:solidFill>
            <a:srgbClr val="F7F3E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39328" y="51937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339328" y="5541264"/>
            <a:ext cx="32461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 (frontend) · Render (backend API) · GitHub + GitHub Actions (CI/CD)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ShosholozaTrail  ·  #GKHack26  ·  Train Journey Mapper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USER JOURNEY STORY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passenger, Pretoria to Cape Town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traceable flow — not just a narrative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11880" cy="178308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21992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1234440" y="22037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Select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715768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Zanele boards, picks Adventure + Networking mode. Content pre-caches automatically.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2057400"/>
            <a:ext cx="3611880" cy="178308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2221992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5029200" y="22037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Begins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4568" y="2715768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route map animates as the train departs — she's shown fellow passengers headed to the same event.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2057400"/>
            <a:ext cx="3611880" cy="178308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2221992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8823960" y="22037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Unlocks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39328" y="2715768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Matjiesfontein, a challenge unlocks: history trivia tied to the Lord Milner Hotel, worth points.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611880" cy="1783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187952"/>
            <a:ext cx="365760" cy="3657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1234440" y="41696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Drops — Keeps Working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4681728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 the Karoo, signal disappears entirely. Cached content keeps playing without interruption.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4023360"/>
            <a:ext cx="3611880" cy="178308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6280" y="4187952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5029200" y="41696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Becomes Discovery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44568" y="4681728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unplanned stop triggers a Networking icebreaker with others headed to the same conference.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4023360"/>
            <a:ext cx="3611880" cy="178308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4187952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8823960" y="41696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&amp; Arrival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39328" y="4681728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Cape Town: badges, leaderboard rank, and a summary of everything unlocked en route.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ShosholozaTrail  ·  #GKHack26  ·  Train Journey Mapper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SECURITY &amp; TRUST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Security-by-design, not an afterthought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8288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privacy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04872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collected only during an active journey, with explicit permission — never retained beyond what's needed.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440680" cy="18288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9659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404872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Supabase table is deny-by-default; one passenger can never read another's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440680" cy="18288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233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Networking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462272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Pseudonymous by default, with visibility, block &amp; report controls — abuse-aware by design.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840480"/>
            <a:ext cx="5440680" cy="18288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0233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POPIA-aligned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462272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disclosure of what's collected, why, and how a user can access or delete their own data.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SSDLC — threat modelling, secure coding standards, testing plan &amp; release gates — submitted as a supporting document.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ShosholozaTrail  ·  #GKHack26  ·  Train Journey Mapper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TEAM COMPOSITION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disciplines, one gender-balanced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481328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92808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1305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Frontend Developer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app — React Native + PWA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611880" cy="1481328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892808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26280" y="21305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 Engineer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PostgreSQL, Dynamic Experience Engine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611880" cy="1481328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892808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21305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DevOps Engineer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21040" y="26060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CI/CD, systems integration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3611880" cy="1481328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5701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27024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app experience &amp; journey design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3447288"/>
            <a:ext cx="3611880" cy="1481328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55701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PERSONALISATION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3794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26280" y="427024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now, ML personalisation later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0" y="3447288"/>
            <a:ext cx="3611880" cy="1481328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355701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BACKGROUND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21040" y="3794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/ Product Lead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21040" y="427024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&amp; tourism domain fit, go-to-market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members  ·  3 women, 3 men  ·  University of the Witwatersrand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ShosholozaTrail  ·  #GKHack26  ·  Train Journey Mapper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BUSINESS LEAN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ShosholozaTrail makes money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Rail-operator licensing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R4,000–R25,000/month, tiered by route/fleet — primary stream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44144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commissions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per verified transaction — undercuts standard OTA rates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00837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00837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licensing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R25–R45/learner or R6,000–R12,000/year per school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57530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57530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sponsorships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R15,000–R50,000/season per partner, once value is proven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14223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1422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passenger content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R49–R129 per unlock — smallest, longer-term stream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18745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production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cost — R500–R1,500 per verified location story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55080" y="244144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44144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 + Supabase Pro — approx. R800–R900/month combined, predictable from day one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5080" y="300837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30083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posters, printed material — a few thousand Rand per route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55080" y="357530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357530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payments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2.5–3.5% per transaction, netted from commission revenue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414223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41422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expansion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Mapping, translation &amp; content — scales with ambition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120640"/>
            <a:ext cx="11247120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230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passenger experience stays free.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anchored in recurring operator licensing — priced against the real cost of a custom build — while pilot infrastructure stays a modest, predictable monthly cost on Vercel Pro and Supabase Pro.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ShosholozaTrail  ·  #GKHack26  ·  Train Journey Mapper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GO-TO-MARKET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pilot to a multi-operator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1148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6596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24231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QR code + install-free PWA — lowest-friction entry point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3319272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31927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booking flow: link included in ticket confirmations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4215384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215384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posters, digital displays, mobile app stores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5111496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5111496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boards, travel agencies &amp; backpacker hostels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783080"/>
            <a:ext cx="3611880" cy="41148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196596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OUTREACH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44568" y="24231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4231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Rovos Rail Events Train (up to 250 guests, daytime charters)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44568" y="3319272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31927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Train — currently operating the Pretoria–Cape Town route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4568" y="4215384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4215384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Matjiesfontein &amp; Kimberley heritage sites — named, contactable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44568" y="5111496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5111496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tour organisers for Learning/Adventure content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1783080"/>
            <a:ext cx="3611880" cy="41148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25" name="Text 23"/>
          <p:cNvSpPr/>
          <p:nvPr/>
        </p:nvSpPr>
        <p:spPr>
          <a:xfrm>
            <a:off x="8339328" y="196596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39328" y="24231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95360" y="24231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railway-side hardware needed — deployment runs on passengers' own phones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39328" y="3319272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95360" y="331927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tailwind: aligns with the National Heritage &amp; Cultural Tourism Strategy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39328" y="4215384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95360" y="4215384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combines GPS-triggering, gamification &amp; offline-first for rail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39328" y="5111496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95360" y="5111496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partners already researched — not a generic placeholder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ShosholozaTrail  ·  #GKHack26  ·  Train Journey Mapper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SUCCESS 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gate first, then a weighted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READINESS — GATE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access works with no internet connection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3500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three modes has at least one complete experience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73405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passenger flow runs with no blocking failure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11810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11810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stays live &amp; independently hosted for 30+ days post-pilot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PILOT SCORE (100 PTS)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319272" cy="502920"/>
          </a:xfrm>
          <a:prstGeom prst="rect">
            <a:avLst/>
          </a:prstGeom>
          <a:solidFill>
            <a:srgbClr val="121D33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14800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67912" y="4114800"/>
            <a:ext cx="2766060" cy="502920"/>
          </a:xfrm>
          <a:prstGeom prst="rect">
            <a:avLst/>
          </a:prstGeom>
          <a:solidFill>
            <a:srgbClr val="121D33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67912" y="4114800"/>
            <a:ext cx="2766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67912" y="4663440"/>
            <a:ext cx="2766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engagement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33972" y="4114800"/>
            <a:ext cx="2212848" cy="502920"/>
          </a:xfrm>
          <a:prstGeom prst="rect">
            <a:avLst/>
          </a:prstGeom>
          <a:solidFill>
            <a:srgbClr val="121D33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3972" y="411480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33972" y="466344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reliability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846820" y="4114800"/>
            <a:ext cx="1659636" cy="502920"/>
          </a:xfrm>
          <a:prstGeom prst="rect">
            <a:avLst/>
          </a:prstGeom>
          <a:solidFill>
            <a:srgbClr val="121D33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46820" y="4114800"/>
            <a:ext cx="16596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46820" y="4663440"/>
            <a:ext cx="16596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506456" y="4114800"/>
            <a:ext cx="1106424" cy="502920"/>
          </a:xfrm>
          <a:prstGeom prst="rect">
            <a:avLst/>
          </a:prstGeom>
          <a:solidFill>
            <a:srgbClr val="121D33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06456" y="4114800"/>
            <a:ext cx="1106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06456" y="4663440"/>
            <a:ext cx="1106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Tourism/operator value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score can never offset a failed minimum-readiness criterion.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ShosholozaTrail  ·  #GKHack26  ·  Train Journey Mapper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SHOSHOLOZATRAIL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corridor is already there. The passengers are already travelling it.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turning the wait into the reason to come back.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Repo:  github.com/GIft-Vundla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#GKHack26  ·  Train Journey Mapper  ·  Team 4GeeksSakes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2026-08-25T19:47:13Z</dcterms:created>
  <dcterms:modified xsi:type="dcterms:W3CDTF">2026-08-25T19:47:13Z</dcterms:modified>
</cp:coreProperties>
</file>